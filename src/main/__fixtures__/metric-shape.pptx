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C4AB585-A356-4D05-9041-23ACA6312C9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de-AT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de-AT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de-AT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B45638E-608A-4D20-B8BC-B83FE91A34A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de-AT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de-AT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de-AT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de-AT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AT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AT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AT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AT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AT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AT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AT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AT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de-AT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AT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de-A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AT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de-A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A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de-A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A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de-A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A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de-A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A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de-A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de-A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de-A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de-A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de-A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A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de-A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de-A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9533314B-C3F8-40B1-A00C-13DB4ED97F6A}" type="slidenum">
              <a:rPr lang="de-A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de-A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de-AT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de-AT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720000" y="720000"/>
            <a:ext cx="3240000" cy="72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de-AT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Prefix</a:t>
            </a:r>
            <a:endParaRPr lang="de-A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wos-metric-link-42"/>
          <p:cNvSpPr txBox="1"/>
          <p:nvPr/>
        </p:nvSpPr>
        <p:spPr>
          <a:xfrm>
            <a:off x="720000" y="1800000"/>
            <a:ext cx="3240000" cy="72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de-AT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23.4</a:t>
            </a:r>
            <a:endParaRPr lang="de-A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 txBox="1"/>
          <p:nvPr/>
        </p:nvSpPr>
        <p:spPr>
          <a:xfrm>
            <a:off x="720000" y="1080000"/>
            <a:ext cx="3240000" cy="72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de-AT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two content</a:t>
            </a:r>
            <a:endParaRPr lang="de-A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LibreOffice/26.2.4.2$MacOSX_AARCH64 LibreOffice_project/0229ac93fcf0d7cbc6376066c6f35021cef002dc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de-AT</dc:language>
  <cp:lastModifiedBy/>
  <dcterms:modified xsi:type="dcterms:W3CDTF">2026-07-10T14:27:23Z</dcterms:modified>
  <cp:revision>1</cp:revision>
  <dc:subject/>
  <dc:title/>
</cp:coreProperties>
</file>