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0C128-1A74-4DD5-A5E4-10A96A354D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x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6A7356-3521-4A60-B9AD-DCDF00F4A4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